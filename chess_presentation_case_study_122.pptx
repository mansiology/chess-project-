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2331720"/>
            <a:ext cx="8961120" cy="14630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2304288"/>
            <a:ext cx="89611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3767328"/>
            <a:ext cx="89611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20116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20116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20116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20116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20116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0116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20116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47548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47548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47548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47548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47548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47548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47548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74980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74980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74980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74980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74980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74980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74980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102412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102412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102412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102412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102412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102412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102412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5160" y="129844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29844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129844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129844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129844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1298448"/>
            <a:ext cx="274320" cy="27432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41080" y="1298448"/>
            <a:ext cx="274320" cy="274320"/>
          </a:xfrm>
          <a:prstGeom prst="rect">
            <a:avLst/>
          </a:prstGeom>
          <a:solidFill>
            <a:srgbClr val="9B0000">
              <a:alpha val="5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CASE STUDY  122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658368"/>
            <a:ext cx="6400800" cy="157276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Chess Web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320040" y="24048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the Board. Command the Game.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320040" y="28895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Responsive Chess Web Application with Rule Enforcement &amp; Game Tracking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3913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ITM Skills University  ·  B.Tech CSE 2025-29  ·  HTML-5, CSS, JavaScript  ·  Semester II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" y="4434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Mansi Shekar Shetty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 of presentation sections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60704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60704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252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124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1408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existing platforms fall short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36592" y="1060704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060704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2252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124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85232" y="1408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goals of this application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1810512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810512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97510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Implementation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 · CSS · JavaScript · Figma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36592" y="1810512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810512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97510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85232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grid, panels, navigation tabs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560320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560320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7249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2624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Styling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2907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design, highlights, responsive layout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560320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2560320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7249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2624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Logic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85232" y="2907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rules, AI, check/checkmate detection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310128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310128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4747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" y="33741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Building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" y="3657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Gameplay, legal moves, leaderboard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36592" y="3310128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36592" y="3310128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4747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85232" y="33741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85232" y="3657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vs premium feature tiers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4059936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" y="4059936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2245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" y="4123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 Design Flow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4672" y="4407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→ Move Tracking → Result Summary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36592" y="4059936"/>
            <a:ext cx="4224528" cy="603504"/>
          </a:xfrm>
          <a:prstGeom prst="rect">
            <a:avLst/>
          </a:prstGeom>
          <a:solidFill>
            <a:srgbClr val="2D0101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36592" y="4059936"/>
            <a:ext cx="475488" cy="6035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42245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85232" y="4123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285232" y="4407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 and deliverables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Industry: Strategy Gaming / Educational Technology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8558784" cy="1389888"/>
          </a:xfrm>
          <a:prstGeom prst="rect">
            <a:avLst/>
          </a:prstGeom>
          <a:solidFill>
            <a:srgbClr val="6B000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078992"/>
            <a:ext cx="64008" cy="13898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43000"/>
            <a:ext cx="8302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online chess platforms are complex and require backend integration or user accounts. Beginners need a simple, lightweight chess web application with core gameplay features, move validation, and basic AI functionality. The objective is to develop a responsive Chess web application with rule enforcement and game tracking.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4187952" cy="82296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33472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974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Platforms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99923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chess sites require accounts and heavy backend integration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81728" y="2633472"/>
            <a:ext cx="4187952" cy="82296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2633472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974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Barrier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9923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simple, lightweight option for learning and casual play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4187952" cy="82296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21024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850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Responsiveness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98678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lack mobile-first, responsive board layouts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81728" y="3621024"/>
            <a:ext cx="4187952" cy="82296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3621024"/>
            <a:ext cx="64008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6850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Offline AI Mode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98678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AI opponent is absent from beginner-focused platforms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  ·  CSS  ·  JavaScript  ·  Figma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" y="1024128"/>
            <a:ext cx="4151376" cy="1719072"/>
          </a:xfrm>
          <a:prstGeom prst="rect">
            <a:avLst/>
          </a:prstGeom>
          <a:solidFill>
            <a:srgbClr val="260404"/>
          </a:solidFill>
          <a:ln w="1270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7744" y="1024128"/>
            <a:ext cx="4151376" cy="347472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4264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Chessboard 8×8 grid using CSS Grid layout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59105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 placement via data-attribute structure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7556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history panel to log all moves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92024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status: Check / Checkmate display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08483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Restart button and game controls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24942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Leaderboard section with scoring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4140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 tabs: Home, Play, Leaderboard, Forum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57860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Modal overlay for game-over result card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024128"/>
            <a:ext cx="4151376" cy="1719072"/>
          </a:xfrm>
          <a:prstGeom prst="rect">
            <a:avLst/>
          </a:prstGeom>
          <a:solidFill>
            <a:srgbClr val="260404"/>
          </a:solidFill>
          <a:ln w="12700">
            <a:solidFill>
              <a:srgbClr val="7A1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024128"/>
            <a:ext cx="4151376" cy="347472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14264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Alternating light/dark board square colors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8304" y="159105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Responsive board — scales with viewport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18304" y="17556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 hover highlights and glow effects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18304" y="192024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piece gold-glow border effect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18304" y="208483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move target dots on valid squares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18304" y="224942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state — red king flash highlight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18304" y="24140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maroon &amp; gold design theme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257860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leaderboard table styling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" y="2907792"/>
            <a:ext cx="4151376" cy="1719072"/>
          </a:xfrm>
          <a:prstGeom prst="rect">
            <a:avLst/>
          </a:prstGeom>
          <a:solidFill>
            <a:srgbClr val="260404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" y="2907792"/>
            <a:ext cx="4151376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9626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" y="331012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chess piece movement rules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47472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Turn-based logic (White → Black → ...)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36393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validation — only legal moves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380390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and Checkmate auto-detection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396849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Stalemate and draw condition logic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413308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AI opponent with difficulty levels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429768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reset and undo functionality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46227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 for match results &amp; scores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2907792"/>
            <a:ext cx="4151376" cy="1719072"/>
          </a:xfrm>
          <a:prstGeom prst="rect">
            <a:avLst/>
          </a:prstGeom>
          <a:solidFill>
            <a:srgbClr val="260404"/>
          </a:solidFill>
          <a:ln w="12700">
            <a:solidFill>
              <a:srgbClr val="4A0E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8576" y="2907792"/>
            <a:ext cx="4151376" cy="347472"/>
          </a:xfrm>
          <a:prstGeom prst="rect">
            <a:avLst/>
          </a:prstGeom>
          <a:solidFill>
            <a:srgbClr val="4A0E0E"/>
          </a:solidFill>
          <a:ln w="12700">
            <a:solidFill>
              <a:srgbClr val="4A0E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29626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18304" y="331012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minimal chess interface design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18304" y="347472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flow: Start → Move Tracking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18304" y="36393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Checkmate screen → Result Summary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18304" y="380390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Component-based UI design system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18304" y="396849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prototype for user testing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18304" y="413308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and desktop layout wireframes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18304" y="429768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 and colour contrast review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18304" y="446227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8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Hand-off specs for CSS implementation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Building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Gameplay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896112"/>
          </a:xfrm>
          <a:prstGeom prst="rect">
            <a:avLst/>
          </a:prstGeom>
          <a:solidFill>
            <a:srgbClr val="6B0000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78992"/>
            <a:ext cx="64008" cy="8961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15568"/>
            <a:ext cx="8339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play chess against another player (local mode) or a simple AI. The system enforces legal moves and detects game-ending conditions. Match results are recorded for leaderboard ranking. The application runs entirely on the frontend without backend integration.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21408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854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2-Player 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46888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players share one device — full rule enforcement, turn-based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1728" y="2121408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2121408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854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Opponent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AI with selectable difficulty levels for solo play sessions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80944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4495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Move Enforcement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" y="33284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valid chess moves accepted — illegal moves are blocked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980944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2980944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4495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/ Checkmate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33284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Auto-detects check, checkmate, and stalemate — alerts displayed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40480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044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History Panel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" y="418795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moves recorded in algebraic notation, visible throughout game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840480"/>
            <a:ext cx="4187952" cy="713232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840480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044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&amp; Storage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418795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results saved via localStorage, rankings shown on screen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to Play  ·  Premium Features  ·  Achievement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160520" cy="3657600"/>
          </a:xfrm>
          <a:prstGeom prst="rect">
            <a:avLst/>
          </a:prstGeom>
          <a:solidFill>
            <a:srgbClr val="230303"/>
          </a:solidFill>
          <a:ln w="1905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4160520" cy="566928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33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TIER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2336" y="1444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Gameplay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standard gameplay — no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2-player mode included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798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8×8 board with all piece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2826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history panel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reset functionality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201168" cy="201168"/>
          </a:xfrm>
          <a:prstGeom prst="ellipse">
            <a:avLst/>
          </a:prstGeom>
          <a:solidFill>
            <a:srgbClr val="9B0000">
              <a:alpha val="80000"/>
            </a:srgbClr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game status display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1078992"/>
            <a:ext cx="4160520" cy="3657600"/>
          </a:xfrm>
          <a:prstGeom prst="rect">
            <a:avLst/>
          </a:prstGeom>
          <a:solidFill>
            <a:srgbClr val="230303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1078992"/>
            <a:ext cx="416052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133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TIER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809744" y="1444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B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Advanced Features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64608" y="1828800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difficulty levels: Easy / Medium / Hard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64608" y="2313432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8928" y="2313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analysis &amp; move suggestions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2798064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38928" y="2798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board themes and piece sets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64608" y="3282696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38928" y="32826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Achievement badges and ranking tiers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3767328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38928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Unlimited leaderboard history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64608" y="4251960"/>
            <a:ext cx="201168" cy="201168"/>
          </a:xfrm>
          <a:prstGeom prst="ellipse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38928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Replay and export match history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 Design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→ Move Tracking → Checkmate → Result 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633472"/>
            <a:ext cx="75895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6517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517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Screen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D4A017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6424" y="25237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mode selection, settings, difficulty choice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2821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2821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2821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2821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103120" y="2441448"/>
            <a:ext cx="384048" cy="384048"/>
          </a:xfrm>
          <a:prstGeom prst="ellipse">
            <a:avLst/>
          </a:prstGeom>
          <a:solidFill>
            <a:srgbClr val="9B0000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69464" y="25237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0992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8×8 board with HUD, move history, captured pieces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9125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9125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▤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19125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Tracking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9125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566160" y="2441448"/>
            <a:ext cx="384048" cy="384048"/>
          </a:xfrm>
          <a:prstGeom prst="ellipse">
            <a:avLst/>
          </a:prstGeom>
          <a:solidFill>
            <a:srgbClr val="9B0000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32504" y="25237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7296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Algebraic notation panel updates in real-time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5429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⚠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65429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Alert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5429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0" y="2441448"/>
            <a:ext cx="384048" cy="384048"/>
          </a:xfrm>
          <a:prstGeom prst="ellipse">
            <a:avLst/>
          </a:prstGeom>
          <a:solidFill>
            <a:srgbClr val="9B0000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95544" y="25237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3600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+ text alert when king is placed in check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1733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♚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11733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Checkmate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1733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92240" y="2441448"/>
            <a:ext cx="384048" cy="384048"/>
          </a:xfrm>
          <a:prstGeom prst="ellipse">
            <a:avLst/>
          </a:prstGeom>
          <a:solidFill>
            <a:srgbClr val="9B0000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58584" y="25237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60B"/>
                </a:solidFill>
              </a:rPr>
              <a:t>▶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904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Game-end banner, winner declared, board frozen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580376" y="1078992"/>
            <a:ext cx="1353312" cy="1417320"/>
          </a:xfrm>
          <a:prstGeom prst="rect">
            <a:avLst/>
          </a:prstGeom>
          <a:solidFill>
            <a:srgbClr val="2D0101"/>
          </a:solidFill>
          <a:ln w="10160">
            <a:solidFill>
              <a:srgbClr val="9B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0376" y="10972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7A"/>
                </a:solidFill>
              </a:rPr>
              <a:t>❖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580376" y="150876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Summary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80376" y="1938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955280" y="2441448"/>
            <a:ext cx="384048" cy="384048"/>
          </a:xfrm>
          <a:prstGeom prst="ellipse">
            <a:avLst/>
          </a:prstGeom>
          <a:solidFill>
            <a:srgbClr val="9B0000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2459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562088" y="2944368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stats, total moves, winner, replay option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Goals of the Chess Web 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69848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69848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3385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" y="143560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mobile-first, responsive board that works on all screen sizes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69848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33856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Enforcement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8032" y="143560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full chess rules: castling, en passant, promotion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975104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975104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03911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State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Auto-detect check, checkmate, stalemate with appropriate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975104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75104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03911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Opponent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234086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basic AI for solo play with selectable difficulty levels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880360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880360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94436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&amp; Tracking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0624" y="324612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 match results via localStorage, display ranking leaderboard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880360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944368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UI / Figma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24612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minimal, intuitive interface following the Figma design flow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3785616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785616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84962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History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0624" y="415137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all moves in standard algebraic notation in real-time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785616"/>
            <a:ext cx="4169664" cy="768096"/>
          </a:xfrm>
          <a:prstGeom prst="rect">
            <a:avLst/>
          </a:prstGeom>
          <a:solidFill>
            <a:srgbClr val="260404"/>
          </a:solidFill>
          <a:ln w="8890">
            <a:solidFill>
              <a:srgbClr val="9B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785616"/>
            <a:ext cx="6400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84962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Frontend-Only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28032" y="415137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entirely on frontend — no backend or user accounts required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2004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315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&amp; CSS 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Markup and Styling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" y="1060704"/>
            <a:ext cx="4169664" cy="3703320"/>
          </a:xfrm>
          <a:prstGeom prst="rect">
            <a:avLst/>
          </a:prstGeom>
          <a:solidFill>
            <a:srgbClr val="230303"/>
          </a:solidFill>
          <a:ln w="12700">
            <a:solidFill>
              <a:srgbClr val="9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7744" y="1060704"/>
            <a:ext cx="4169664" cy="365760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1499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8×8 chessboard grid via CSS Grid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 placement using data-attributes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history &lt;ul&gt; panel — aside layout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" y="2706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status bar for check/checkmate msg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Restart and Undo action buttons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" y="3511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Leaderboard &lt;table&gt; with score rows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 tabs: Home · Play · Leaderboard · Forum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Modal overlay for game-over result card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5152" y="1060704"/>
            <a:ext cx="4169664" cy="3703320"/>
          </a:xfrm>
          <a:prstGeom prst="rect">
            <a:avLst/>
          </a:prstGeom>
          <a:solidFill>
            <a:srgbClr val="230303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060704"/>
            <a:ext cx="4169664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Styling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1499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 alternating board square colors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Responsive board — scales with viewport vmin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6592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piece gold-glow border animation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move dots on valid target squares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Piece hover scale transform + cursor change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36592" y="3511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state — red king flash animation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maroon &amp; gold theme throughout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◆  </a:t>
            </a:r>
            <a:pPr indent="0" marL="0">
              <a:buNone/>
            </a:pPr>
            <a:r>
              <a:rPr lang="en-US" sz="95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Leaderboard zebra-stripe row formatting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905756"/>
            <a:ext cx="9144000" cy="731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Mansi Shekar Shetty   ✦   ITM Skills University   ✦   Case Study 122   ✦   B.Tech CSE 2025-29   ✦   HTML-5, CSS, JavaScript   ✦   Semester II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163824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61704" y="0"/>
            <a:ext cx="82296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3246120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39712" y="3246120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87184" y="3246120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34656" y="3246120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82128" y="3246120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3246120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77072" y="3246120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3593592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3593592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3593592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34656" y="3593592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2128" y="3593592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3593592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7072" y="3593592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941064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3941064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3941064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34656" y="3941064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3941064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941064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7072" y="3941064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4288536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4288536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7184" y="4288536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4656" y="4288536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4288536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288536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77072" y="4288536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636008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9712" y="4636008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87184" y="4636008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34656" y="4636008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2128" y="4636008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636008"/>
            <a:ext cx="347472" cy="347472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4636008"/>
            <a:ext cx="347472" cy="347472"/>
          </a:xfrm>
          <a:prstGeom prst="rect">
            <a:avLst/>
          </a:prstGeom>
          <a:solidFill>
            <a:srgbClr val="9B0000">
              <a:alpha val="45000"/>
            </a:srgbClr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3" name="Shape 41"/>
          <p:cNvSpPr/>
          <p:nvPr/>
        </p:nvSpPr>
        <p:spPr>
          <a:xfrm>
            <a:off x="274320" y="859536"/>
            <a:ext cx="859536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950976"/>
            <a:ext cx="8412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 122 — Chess Web Application demonstrates how a fully functional, rule-enforcing chess game can be built using only HTML, CSS, and JavaScript — no backend required. The application features complete legal move validation, check/checkmate detection, a basic AI opponent, real-time move history tracking, and a localStorage-powered leaderboard.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2359152"/>
            <a:ext cx="2011680" cy="512064"/>
          </a:xfrm>
          <a:prstGeom prst="rect">
            <a:avLst/>
          </a:prstGeom>
          <a:solidFill>
            <a:srgbClr val="2D010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2359152"/>
            <a:ext cx="54864" cy="5120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240487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Rule-Enforced Gameplay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50592" y="2359152"/>
            <a:ext cx="2011680" cy="512064"/>
          </a:xfrm>
          <a:prstGeom prst="rect">
            <a:avLst/>
          </a:prstGeom>
          <a:solidFill>
            <a:srgbClr val="2D010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50592" y="2359152"/>
            <a:ext cx="54864" cy="5120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78608" y="240487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Frontend-Only Architecture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26864" y="2359152"/>
            <a:ext cx="2011680" cy="512064"/>
          </a:xfrm>
          <a:prstGeom prst="rect">
            <a:avLst/>
          </a:prstGeom>
          <a:solidFill>
            <a:srgbClr val="2D010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2359152"/>
            <a:ext cx="54864" cy="5120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40487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Opponent Included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03136" y="2359152"/>
            <a:ext cx="2011680" cy="512064"/>
          </a:xfrm>
          <a:prstGeom prst="rect">
            <a:avLst/>
          </a:prstGeom>
          <a:solidFill>
            <a:srgbClr val="2D010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3136" y="2359152"/>
            <a:ext cx="54864" cy="5120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31152" y="240487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&amp; Storage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28600" y="333756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ITM Skills University  ·  B.Tech CSE 2025-29  ·  HTML-5, CSS, JavaScript  ·  Semester II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28600" y="36850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8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 122  —  Chess Web Application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28600" y="3986784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Submitted by:  Mansi Shekar Shetty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Web Application — Case Study 122</dc:title>
  <dc:subject>PptxGenJS Presentation</dc:subject>
  <dc:creator>PptxGenJS</dc:creator>
  <cp:lastModifiedBy>PptxGenJS</cp:lastModifiedBy>
  <cp:revision>1</cp:revision>
  <dcterms:created xsi:type="dcterms:W3CDTF">2026-03-12T08:48:42Z</dcterms:created>
  <dcterms:modified xsi:type="dcterms:W3CDTF">2026-03-12T08:48:42Z</dcterms:modified>
</cp:coreProperties>
</file>