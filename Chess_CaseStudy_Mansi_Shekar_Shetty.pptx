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0" y="45720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1B2A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2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292608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REPORT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15544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Web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11480" y="3246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client-side chess game with AI, legal move enforcement,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localStorage leaderboard — built with HTML5, CSS3 &amp; JavaScript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4206240"/>
            <a:ext cx="4114800" cy="685800"/>
          </a:xfrm>
          <a:prstGeom prst="rect">
            <a:avLst/>
          </a:prstGeom>
          <a:solidFill>
            <a:srgbClr val="24335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4251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 Shekar Shetty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  |  B.Tech CSE  |  Sem II  |  2025–29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case study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344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344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" y="1271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271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Case Study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4320" y="16916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6916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1728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1728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74320" y="21488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488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" y="21854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2185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Design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74320" y="26060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6060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2336" y="2642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8680" y="26426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Algorithms Applied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800600" y="12344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00600" y="12344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1271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94960" y="12710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&amp; Snapshots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800600" y="16916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00600" y="16916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1728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94960" y="1728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800600" y="2148840"/>
            <a:ext cx="4297680" cy="38404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00600" y="21488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21854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394960" y="2185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to the Case Study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00584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24335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♞</a:t>
            </a:r>
            <a:endParaRPr lang="en-US" sz="2000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5029200" cy="100584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887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chess platforms require backends &amp; accounts — inaccessible for students and casual players.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331720"/>
            <a:ext cx="5029200" cy="100584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317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01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2743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fully client-side Chess Web App with rule enforcement, AI, and leaderboard — zero backend needed.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474720"/>
            <a:ext cx="5029200" cy="100584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47472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6012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HTML5, CSS3, and vanilla JS competency through a complete, playable, polished chess application.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/ Case Background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8595360" cy="118872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8872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234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53619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chess platforms (Chess.com, Lichess) require backend integration and user accounts. Standard static websites offer no interactive game logic or move enforcement — a clear gap exists for a lightweight, fully client-side chess reference application.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4320" y="2514600"/>
            <a:ext cx="8595360" cy="237744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514600"/>
            <a:ext cx="54864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288036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8×8 chessboard via semantic HTML5 and CSS Grid — alternating colours, hover highlights, check warnings.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chess rules: legal move generation, check/checkmate/stalemate detection, castling, en passant, pawn promotion.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opponent at Easy (random), Medium (greedy capture), and Hard (1-ply minimax) difficulty levels.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results persisted to localStorage; leaderboard ranks players by win count.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JS architecture — separate concerns for board rendering, move logic, AI, and data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Problem Statement / Case Study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 Design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1170432"/>
            <a:ext cx="4279392" cy="111556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7043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16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UI &amp; Layout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49961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CSS Grid chessboard with clickable squares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move history, status badge, restart button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navigation: Home, Play, Leaderboard, Forum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6032" y="2359152"/>
            <a:ext cx="4279392" cy="111556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235915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Styling &amp; Theming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68833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for light/dark theme toggle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square colours: #F0D9B5 &amp; #B58863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Hover, selected, valid-move &amp; check-highlight states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6032" y="3547872"/>
            <a:ext cx="4279392" cy="111556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54787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Game Logic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387705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 board state + per-piece hasMoved flags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Pseudo-legal → filtered legal move generation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Castling, en passant, auto queen promotion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1170432"/>
            <a:ext cx="4224528" cy="111556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17043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Data Management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149961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serialise match records → localStorage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&amp; win-count sort for leaderboard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2359152"/>
            <a:ext cx="4224528" cy="1115568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35915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&amp; Status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46320" y="26883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check/checkmate evaluation after every move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Resign / Offer Draw / Restart buttons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notation move history panel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Methods &amp; Algorithms Technology Applied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approaches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1170432"/>
            <a:ext cx="2743200" cy="15087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6459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&amp; Events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96596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listeners on board squares handle selection, move execution, and SPA navigation. Live-filter algorithm searches leaderboard/forum by keyword.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1170432"/>
            <a:ext cx="2743200" cy="15087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64408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64408" y="16459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Sorting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64408" y="196596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JSON.stringify/parse serialises match objects to localStorage. Chronological &amp; win-count sort algorithms power the leaderboard ranking.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53328" y="1170432"/>
            <a:ext cx="2743200" cy="15087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63056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63056" y="16459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 Extraction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63056" y="196596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navigator.userAgent &amp; navigator.hardwareConcurrency display browser and device info in the About / System panel.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6032" y="2816352"/>
            <a:ext cx="2743200" cy="15087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57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65760" y="32918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Evaluation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361188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move, all opponent attack patterns are tested against the king to detect check. Legal-reply enumeration confirms checkmate vs stalemate.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54680" y="2816352"/>
            <a:ext cx="2743200" cy="15087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26440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264408" y="32918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Opponent Algorithm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64408" y="361188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Easy: random legal move. Medium: greedy highest-value capture. Hard: 1-ply minimax material evaluation (P=1, N/B=3, R=5, Q=9).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53328" y="2816352"/>
            <a:ext cx="2743200" cy="15087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163056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163056" y="32918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63056" y="361188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(Grid/Flexbox/Custom Props) · Vanilla JavaScript · localStorage · Google Fonts (Fredoka One, Nunito) · No frameworks.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Implementation Details &amp; Snapshots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across files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1207008"/>
            <a:ext cx="5120640" cy="91440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207008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80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/ game.html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159105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layout of chessboard, sidebar, navigation tabs, and all UI components.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" y="2231136"/>
            <a:ext cx="5120640" cy="91440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2231136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3042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261518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for theming, board colours, hover effects, responsive breakpoints, dark mode.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6032" y="3255264"/>
            <a:ext cx="5120640" cy="91440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255264"/>
            <a:ext cx="54864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284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363931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init, move rules, legal move gen, check/checkmate, AI logic, move history, localStorage.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7784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Key Snapshots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77840" y="1572768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board – standard piece layout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highlight – dots &amp; capture overlays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state – king square highlighted 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– win-ranked player cards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– global theme applied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56032" y="4251960"/>
            <a:ext cx="2011680" cy="658368"/>
          </a:xfrm>
          <a:prstGeom prst="rect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56032" y="4270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56032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Grid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468880" y="4251960"/>
            <a:ext cx="2011680" cy="658368"/>
          </a:xfrm>
          <a:prstGeom prst="rect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468880" y="4270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2468880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Types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81728" y="4251960"/>
            <a:ext cx="2011680" cy="658368"/>
          </a:xfrm>
          <a:prstGeom prst="rect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681728" y="4270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681728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Levels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94576" y="4251960"/>
            <a:ext cx="2011680" cy="658368"/>
          </a:xfrm>
          <a:prstGeom prst="rect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894576" y="4270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894576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 &amp; Conclusion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11704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Findings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6032" y="1508760"/>
            <a:ext cx="8595360" cy="1536192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508760"/>
            <a:ext cx="54864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572768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and CSS Grid significantly improve rendering consistency and simplify theming across all pages.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simulated-move legal engine reliably enforces all chess rules — check avoidance, castling, en passant — with zero server dependency.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AI (greedy capture) provides meaningful challenge for beginners; remains computationally lightweight for real-time browser execution.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delivers immediate, reliable match persistence and leaderboard population — fully suitable without any backend server.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6032" y="3127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Conclusion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56032" y="3456432"/>
            <a:ext cx="8595360" cy="141732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3456432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547872"/>
            <a:ext cx="8229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demonstrates a complete pipeline for building an interactive, rule-compliant Chess Web Application using purely frontend technologies. It integrates an 8×8 board rendering engine, full legal move generation, a multi-level AI opponent, localStorage persistence, and a leaderboard into a cohesive single-page application. The project provides a strong foundation for future enhancements: backend integration, WebSocket online multiplayer, and deeper minimax search with alpha-beta pruning.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References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97280" cy="246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1234440"/>
            <a:ext cx="8631936" cy="64008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3624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1325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HTML5 semantic structures &amp; the Web APIs (developer.mozilla.org)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6032" y="1984248"/>
            <a:ext cx="8631936" cy="64008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21122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20756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CSS Grid, Flexbox, and Custom Properties / Variables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2734056"/>
            <a:ext cx="8631936" cy="64008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" y="28620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4672" y="282549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JavaScript DOM Manipulation and Event Handling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56032" y="3483864"/>
            <a:ext cx="8631936" cy="64008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0040" y="3611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04672" y="357530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Programming Wiki — Move Generation, Check Detection &amp; Minimax Algorithm (chessprogramming.org)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56032" y="4233672"/>
            <a:ext cx="8631936" cy="64008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0040" y="43616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4672" y="4325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and guidelines on modern UI/UX design patterns for browser-based game interfaces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657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24335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♔ ♕ ♗ ♘ ♖ ♙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Web Application —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154680"/>
            <a:ext cx="4572000" cy="822960"/>
          </a:xfrm>
          <a:prstGeom prst="rect">
            <a:avLst/>
          </a:prstGeom>
          <a:solidFill>
            <a:srgbClr val="243358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318211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 Shekar Shetty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  |  B.Tech CSE Sem II  |  2025–29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4160520"/>
            <a:ext cx="2560320" cy="576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Web Application – Case Study</dc:title>
  <dc:subject>PptxGenJS Presentation</dc:subject>
  <dc:creator>Mansi Shekar Shetty</dc:creator>
  <cp:lastModifiedBy>Mansi Shekar Shetty</cp:lastModifiedBy>
  <cp:revision>1</cp:revision>
  <dcterms:created xsi:type="dcterms:W3CDTF">2026-03-11T17:59:46Z</dcterms:created>
  <dcterms:modified xsi:type="dcterms:W3CDTF">2026-03-11T17:59:46Z</dcterms:modified>
</cp:coreProperties>
</file>